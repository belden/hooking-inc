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1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3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6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9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1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17.xml"/>
  <Override ContentType="application/vnd.openxmlformats-officedocument.presentationml.slide+xml" PartName="/ppt/slides/slide8.xml"/>
  <Override ContentType="application/vnd.openxmlformats-officedocument.presentationml.slide+xml" PartName="/ppt/slides/slide19.xml"/>
  <Override ContentType="application/vnd.openxmlformats-officedocument.presentationml.slide+xml" PartName="/ppt/slides/slide4.xml"/>
  <Override ContentType="application/vnd.openxmlformats-officedocument.presentationml.slide+xml" PartName="/ppt/slides/slide10.xml"/>
  <Override ContentType="application/vnd.openxmlformats-officedocument.presentationml.slide+xml" PartName="/ppt/slides/slide14.xml"/>
  <Override ContentType="application/vnd.openxmlformats-officedocument.presentationml.slide+xml" PartName="/ppt/slides/slide11.xml"/>
  <Override ContentType="application/vnd.openxmlformats-officedocument.presentationml.slide+xml" PartName="/ppt/slides/slide5.xml"/>
  <Override ContentType="application/vnd.openxmlformats-officedocument.presentationml.tableStyles+xml" PartName="/ppt/tableStyles.xml"/>
</Types>
</file>

<file path=_rels/.rels><?xml version="1.0" encoding="UTF-8" standalone="yes"?><Relationships xmlns="http://schemas.openxmlformats.org/package/2006/relationships"><Relationship Type="http://schemas.openxmlformats.org/officeDocument/2006/relationships/officeDocument" Id="rId1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c:Ignorable="mv" autoCompressPictures="0" mc:PreserveAttributes="mv:*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y="9144000" cx="6858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ype="http://schemas.openxmlformats.org/officeDocument/2006/relationships/slide" Id="rId19" Target="slides/slide13.xml"/><Relationship Type="http://schemas.openxmlformats.org/officeDocument/2006/relationships/slide" Id="rId18" Target="slides/slide12.xml"/><Relationship Type="http://schemas.openxmlformats.org/officeDocument/2006/relationships/slide" Id="rId17" Target="slides/slide11.xml"/><Relationship Type="http://schemas.openxmlformats.org/officeDocument/2006/relationships/slide" Id="rId16" Target="slides/slide10.xml"/><Relationship Type="http://schemas.openxmlformats.org/officeDocument/2006/relationships/slide" Id="rId15" Target="slides/slide9.xml"/><Relationship Type="http://schemas.openxmlformats.org/officeDocument/2006/relationships/slide" Id="rId14" Target="slides/slide8.xml"/><Relationship Type="http://schemas.openxmlformats.org/officeDocument/2006/relationships/slide" Id="rId12" Target="slides/slide6.xml"/><Relationship Type="http://schemas.openxmlformats.org/officeDocument/2006/relationships/slide" Id="rId13" Target="slides/slide7.xml"/><Relationship Type="http://schemas.openxmlformats.org/officeDocument/2006/relationships/slide" Id="rId10" Target="slides/slide4.xml"/><Relationship Type="http://schemas.openxmlformats.org/officeDocument/2006/relationships/slide" Id="rId11" Target="slides/slide5.xml"/><Relationship Type="http://schemas.openxmlformats.org/officeDocument/2006/relationships/slide" Id="rId25" Target="slides/slide19.xml"/><Relationship Type="http://schemas.openxmlformats.org/officeDocument/2006/relationships/presProps" Id="rId2" Target="presProps.xml"/><Relationship Type="http://schemas.openxmlformats.org/officeDocument/2006/relationships/slide" Id="rId21" Target="slides/slide15.xml"/><Relationship Type="http://schemas.openxmlformats.org/officeDocument/2006/relationships/theme" Id="rId1" Target="theme/theme4.xml"/><Relationship Type="http://schemas.openxmlformats.org/officeDocument/2006/relationships/slide" Id="rId22" Target="slides/slide16.xml"/><Relationship Type="http://schemas.openxmlformats.org/officeDocument/2006/relationships/slideMaster" Id="rId4" Target="slideMasters/slideMaster1.xml"/><Relationship Type="http://schemas.openxmlformats.org/officeDocument/2006/relationships/slide" Id="rId23" Target="slides/slide17.xml"/><Relationship Type="http://schemas.openxmlformats.org/officeDocument/2006/relationships/tableStyles" Id="rId3" Target="tableStyles.xml"/><Relationship Type="http://schemas.openxmlformats.org/officeDocument/2006/relationships/slide" Id="rId24" Target="slides/slide18.xml"/><Relationship Type="http://schemas.openxmlformats.org/officeDocument/2006/relationships/slide" Id="rId20" Target="slides/slide14.xml"/><Relationship Type="http://schemas.openxmlformats.org/officeDocument/2006/relationships/slide" Id="rId9" Target="slides/slide3.xml"/><Relationship Type="http://schemas.openxmlformats.org/officeDocument/2006/relationships/notesMaster" Id="rId6" Target="notesMasters/notesMaster1.xml"/><Relationship Type="http://schemas.openxmlformats.org/officeDocument/2006/relationships/slideMaster" Id="rId5" Target="slideMasters/slideMaster2.xml"/><Relationship Type="http://schemas.openxmlformats.org/officeDocument/2006/relationships/slide" Id="rId8" Target="slides/slide2.xml"/><Relationship Type="http://schemas.openxmlformats.org/officeDocument/2006/relationships/slide" Id="rId7" Target="slides/slide1.xml"/></Relationships>
</file>

<file path=ppt/notesMasters/_rels/notesMaster1.xml.rels><?xml version="1.0" encoding="UTF-8" standalone="yes"?><Relationships xmlns="http://schemas.openxmlformats.org/package/2006/relationships"><Relationship Type="http://schemas.openxmlformats.org/officeDocument/2006/relationships/theme" Id="rId1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" id="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Shape 2" id="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name="Shape 3" id="3"/>
          <p:cNvSpPr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bIns="91425" tIns="91425" anchor="t" lIns="91425" rIns="91425">
            <a:spAutoFit/>
          </a:bodyPr>
          <a:lstStyle/>
          <a:p>
            <a:pPr indent="-317500" lvl="1" marL="914400">
              <a:buClr>
                <a:srgbClr val="000000"/>
              </a:buClr>
              <a:buSzPct val="127272"/>
              <a:buFont typeface="Courier New"/>
              <a:buChar char="o"/>
            </a:pPr>
            <a:r>
              <a:rPr sz="1100"/>
              <a:t>
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 accent6="accent6" tx2="lt2" accent5="accent5" bg2="dk2" tx1="dk1" accent4="accent4" bg1="lt1" accent3="accent3" accent2="accent2" accent1="accent1" folHlink="folHlink" hlink="hlink"/>
</p:notesMaster>
</file>

<file path=ppt/notesSlides/_rels/notesSlide1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2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3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4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5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6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7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8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9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44" id="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45" id="45"/>
          <p:cNvSpPr/>
          <p:nvPr>
            <p:ph type="sldImg" idx="2"/>
          </p:nvPr>
        </p:nvSpPr>
        <p:spPr>
          <a:xfrm>
            <a:off y="685800" x="1143225"/>
            <a:ext cy="3429000" cx="4572225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46" id="46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50" id="5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51" id="51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52" id="52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56" id="5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57" id="57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58" id="58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62" id="6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63" id="63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64" id="64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68" id="6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69" id="69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70" id="70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74" id="7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75" id="75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76" id="76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80" id="8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81" id="81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82" id="82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86" id="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87" id="87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88" id="88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92" id="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93" id="93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94" id="94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98" id="9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99" id="99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00" id="100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104" id="10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05" id="105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06" id="106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110" id="11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11" id="111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12" id="112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116" id="1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17" id="117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18" id="118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122" id="1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23" id="123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24" id="124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128" id="1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29" id="129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30" id="130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134" id="1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35" id="135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36" id="136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140" id="1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41" id="141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42" id="142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146" id="1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47" id="147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48" id="148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152" id="15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53" id="153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154" id="154"/>
          <p:cNvSpPr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name="Shape 7" id="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8" id="8"/>
          <p:cNvSpPr/>
          <p:nvPr>
            <p:ph type="subTitle" idx="1"/>
          </p:nvPr>
        </p:nvSpPr>
        <p:spPr>
          <a:xfrm>
            <a:off y="3786737" x="685800"/>
            <a:ext cy="1046400" cx="77724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name="Shape 9" id="9"/>
          <p:cNvSpPr/>
          <p:nvPr>
            <p:ph type="ctrTitle"/>
          </p:nvPr>
        </p:nvSpPr>
        <p:spPr>
          <a:xfrm>
            <a:off y="2111123" x="685800"/>
            <a:ext cy="1546500" cx="77724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name="Shape 10" id="1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1" id="11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name="Shape 12" id="12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name="Shape 13" id="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4" id="14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name="Shape 15" id="15"/>
          <p:cNvSpPr/>
          <p:nvPr>
            <p:ph type="body" idx="1"/>
          </p:nvPr>
        </p:nvSpPr>
        <p:spPr>
          <a:xfrm>
            <a:off y="1600200" x="457200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name="Shape 16" id="16"/>
          <p:cNvSpPr/>
          <p:nvPr>
            <p:ph type="body" idx="2"/>
          </p:nvPr>
        </p:nvSpPr>
        <p:spPr>
          <a:xfrm>
            <a:off y="1600200" x="4692273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name="Shape 17" id="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8" id="18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name="Shape 19" id="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20" id="20"/>
          <p:cNvSpPr/>
          <p:nvPr>
            <p:ph type="body" idx="1"/>
          </p:nvPr>
        </p:nvSpPr>
        <p:spPr>
          <a:xfrm>
            <a:off y="5875078" x="457200"/>
            <a:ext cy="6927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indent="-285750" algn="ctr" marL="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1pPr>
            <a:lvl2pPr indent="-285750" algn="ctr" marL="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indent="-285750" algn="ctr" marL="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indent="-285750" algn="ctr" marL="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4pPr>
            <a:lvl5pPr indent="-285750" algn="ctr" marL="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indent="-285750" algn="ctr" marL="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indent="-285750" algn="ctr" marL="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7pPr>
            <a:lvl8pPr indent="-285750" algn="ctr" marL="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indent="-285750" algn="ctr" marL="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name="Shape 21" id="21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name="Shape 25" id="2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26" id="26"/>
          <p:cNvSpPr/>
          <p:nvPr>
            <p:ph type="ctrTitle"/>
          </p:nvPr>
        </p:nvSpPr>
        <p:spPr>
          <a:xfrm>
            <a:off y="2111123" x="685800"/>
            <a:ext cy="1546474" cx="77724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304800" algn="ctr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48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name="Shape 27" id="27"/>
          <p:cNvSpPr/>
          <p:nvPr>
            <p:ph type="subTitle" idx="1"/>
          </p:nvPr>
        </p:nvSpPr>
        <p:spPr>
          <a:xfrm>
            <a:off y="3786737" x="685800"/>
            <a:ext cy="1046317" cx="77724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90500" algn="ctr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i="0" baseline="0" strike="noStrike" sz="3000" b="0" cap="non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name="Shape 28" id="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29" id="29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name="Shape 30" id="30"/>
          <p:cNvSpPr/>
          <p:nvPr>
            <p:ph type="body" idx="1"/>
          </p:nvPr>
        </p:nvSpPr>
        <p:spPr>
          <a:xfrm>
            <a:off y="1600200" x="457200"/>
            <a:ext cy="4967574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rtl="0">
              <a:defRPr/>
            </a:lvl1pPr>
            <a:lvl2pPr indent="-285750" marL="742950" rtl="0">
              <a:defRPr/>
            </a:lvl2pPr>
            <a:lvl3pPr indent="-228600" marL="1143000" rtl="0">
              <a:defRPr/>
            </a:lvl3pPr>
            <a:lvl4pPr indent="-228600" marL="1600200"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name="Shape 31" id="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32" id="32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name="Shape 33" id="33"/>
          <p:cNvSpPr/>
          <p:nvPr>
            <p:ph type="body" idx="1"/>
          </p:nvPr>
        </p:nvSpPr>
        <p:spPr>
          <a:xfrm>
            <a:off y="1600200" x="457200"/>
            <a:ext cy="4967574" cx="3994525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name="Shape 34" id="34"/>
          <p:cNvSpPr/>
          <p:nvPr>
            <p:ph type="body" idx="2"/>
          </p:nvPr>
        </p:nvSpPr>
        <p:spPr>
          <a:xfrm>
            <a:off y="1600200" x="4692273"/>
            <a:ext cy="4967574" cx="3994525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name="Shape 35" id="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36" id="36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name="Shape 37" id="3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38" id="38"/>
          <p:cNvSpPr/>
          <p:nvPr>
            <p:ph type="body" idx="1"/>
          </p:nvPr>
        </p:nvSpPr>
        <p:spPr>
          <a:xfrm>
            <a:off y="5875078" x="457200"/>
            <a:ext cy="692693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indent="-285750" algn="ctr" marL="28575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1pPr>
            <a:lvl2pPr indent="-285750" algn="ctr" marL="28575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indent="-285750" algn="ctr" marL="28575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indent="-285750" algn="ctr" marL="28575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4pPr>
            <a:lvl5pPr indent="-285750" algn="ctr" marL="28575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indent="-285750" algn="ctr" marL="28575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indent="-285750" algn="ctr" marL="28575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7pPr>
            <a:lvl8pPr indent="-285750" algn="ctr" marL="28575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indent="-285750" algn="ctr" marL="28575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name="Shape 39" id="39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ype="http://schemas.openxmlformats.org/officeDocument/2006/relationships/slideLayout" Id="rId2" Target="../slideLayouts/slideLayout2.xml"/><Relationship Type="http://schemas.openxmlformats.org/officeDocument/2006/relationships/slideLayout" Id="rId1" Target="../slideLayouts/slideLayout1.xml"/><Relationship Type="http://schemas.openxmlformats.org/officeDocument/2006/relationships/slideLayout" Id="rId4" Target="../slideLayouts/slideLayout4.xml"/><Relationship Type="http://schemas.openxmlformats.org/officeDocument/2006/relationships/slideLayout" Id="rId3" Target="../slideLayouts/slideLayout3.xml"/><Relationship Type="http://schemas.openxmlformats.org/officeDocument/2006/relationships/slideLayout" Id="rId6" Target="../slideLayouts/slideLayout6.xml"/><Relationship Type="http://schemas.openxmlformats.org/officeDocument/2006/relationships/slideLayout" Id="rId5" Target="../slideLayouts/slideLayout5.xml"/><Relationship Type="http://schemas.openxmlformats.org/officeDocument/2006/relationships/theme" Id="rId7" Target="../theme/theme3.xml"/></Relationships>
</file>

<file path=ppt/slideMasters/_rels/slideMaster2.xml.rels><?xml version="1.0" encoding="UTF-8" standalone="yes"?><Relationships xmlns="http://schemas.openxmlformats.org/package/2006/relationships"><Relationship Type="http://schemas.openxmlformats.org/officeDocument/2006/relationships/slideLayout" Id="rId2" Target="../slideLayouts/slideLayout8.xml"/><Relationship Type="http://schemas.openxmlformats.org/officeDocument/2006/relationships/slideLayout" Id="rId1" Target="../slideLayouts/slideLayout7.xml"/><Relationship Type="http://schemas.openxmlformats.org/officeDocument/2006/relationships/slideLayout" Id="rId4" Target="../slideLayouts/slideLayout10.xml"/><Relationship Type="http://schemas.openxmlformats.org/officeDocument/2006/relationships/slideLayout" Id="rId3" Target="../slideLayouts/slideLayout9.xml"/><Relationship Type="http://schemas.openxmlformats.org/officeDocument/2006/relationships/slideLayout" Id="rId6" Target="../slideLayouts/slideLayout12.xml"/><Relationship Type="http://schemas.openxmlformats.org/officeDocument/2006/relationships/slideLayout" Id="rId5" Target="../slideLayouts/slideLayout11.xml"/><Relationship Type="http://schemas.openxmlformats.org/officeDocument/2006/relationships/theme" Id="rId7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gradFill>
          <a:gsLst>
            <a:gs pos="0">
              <a:schemeClr val="lt1"/>
            </a:gs>
            <a:gs pos="30000">
              <a:schemeClr val="lt1"/>
            </a:gs>
            <a:gs pos="100000">
              <a:schemeClr val="lt2"/>
            </a:gs>
          </a:gsLst>
          <a:path path="circle">
            <a:fillToRect r="50%" l="50%" b="50%" t="50%"/>
          </a:path>
          <a:tileRect/>
        </a:gradFill>
      </p:bgPr>
    </p:bg>
    <p:spTree>
      <p:nvGrpSpPr>
        <p:cNvPr name="Shape 4" id="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5" id="5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name="Shape 6" id="6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indent="-342900" algn="l" marL="342900" rtl="0">
              <a:spcBef>
                <a:spcPts val="600"/>
              </a:spcBef>
              <a:buClr>
                <a:srgbClr val="000000"/>
              </a:buClr>
              <a:buSzPct val="166666"/>
              <a:buFont typeface="Arial"/>
              <a:buChar char="•"/>
              <a:defRPr i="0" baseline="0" strike="noStrike" sz="3000" b="0" cap="non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algn="l" marL="742950" rtl="0">
              <a:spcBef>
                <a:spcPts val="480"/>
              </a:spcBef>
              <a:buClr>
                <a:srgbClr val="000000"/>
              </a:buClr>
              <a:buSzPct val="100000"/>
              <a:buFont typeface="Courier New"/>
              <a:buChar char="o"/>
              <a:defRPr i="0" baseline="0" strike="noStrike" sz="2400" b="0" cap="non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algn="l" marL="1143000" rtl="0">
              <a:spcBef>
                <a:spcPts val="480"/>
              </a:spcBef>
              <a:buClr>
                <a:srgbClr val="000000"/>
              </a:buClr>
              <a:buSzPct val="100000"/>
              <a:buFont typeface="Wingdings"/>
              <a:buChar char="§"/>
              <a:defRPr i="0" baseline="0" strike="noStrike" sz="2400" b="0" cap="non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algn="l" marL="1600200" rtl="0">
              <a:spcBef>
                <a:spcPts val="360"/>
              </a:spcBef>
              <a:buClr>
                <a:srgbClr val="000000"/>
              </a:buClr>
              <a:buSzPct val="166666"/>
              <a:buFont typeface="Arial"/>
              <a:buChar char="•"/>
              <a:defRPr i="0" baseline="0" strike="noStrike" sz="1800" b="0" cap="non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algn="l" marL="2057400" rtl="0">
              <a:spcBef>
                <a:spcPts val="360"/>
              </a:spcBef>
              <a:buClr>
                <a:srgbClr val="000000"/>
              </a:buClr>
              <a:buSzPct val="100000"/>
              <a:buFont typeface="Courier New"/>
              <a:buChar char="o"/>
              <a:defRPr i="0" baseline="0" strike="noStrike" sz="1800" b="0" cap="non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algn="l" marL="2514600" rtl="0">
              <a:spcBef>
                <a:spcPts val="360"/>
              </a:spcBef>
              <a:buClr>
                <a:srgbClr val="000000"/>
              </a:buClr>
              <a:buSzPct val="100000"/>
              <a:buFont typeface="Wingdings"/>
              <a:buChar char="§"/>
              <a:defRPr i="0" baseline="0" strike="noStrike" sz="1800" b="0" cap="non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algn="l" marL="2971800" rtl="0">
              <a:spcBef>
                <a:spcPts val="360"/>
              </a:spcBef>
              <a:buClr>
                <a:srgbClr val="000000"/>
              </a:buClr>
              <a:buSzPct val="166666"/>
              <a:buFont typeface="Arial"/>
              <a:buChar char="•"/>
              <a:defRPr i="0" baseline="0" strike="noStrike" sz="1800" b="0" cap="non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algn="l" marL="3429000" rtl="0">
              <a:spcBef>
                <a:spcPts val="360"/>
              </a:spcBef>
              <a:buClr>
                <a:srgbClr val="000000"/>
              </a:buClr>
              <a:buSzPct val="100000"/>
              <a:buFont typeface="Courier New"/>
              <a:buChar char="o"/>
              <a:defRPr i="0" baseline="0" strike="noStrike" sz="1800" b="0" cap="non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algn="l" marL="3886200" rtl="0">
              <a:spcBef>
                <a:spcPts val="360"/>
              </a:spcBef>
              <a:buClr>
                <a:srgbClr val="000000"/>
              </a:buClr>
              <a:buSzPct val="100000"/>
              <a:buFont typeface="Wingdings"/>
              <a:buChar char="§"/>
              <a:defRPr i="0" baseline="0" strike="noStrike" sz="1800" b="0" cap="non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6="accent6" tx2="lt2" bg2="dk2" accent5="accent5" tx1="dk1" bg1="lt1" accent4="accent4" accent3="accent3" accent2="accent2" accent1="accent1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name="Shape 22" id="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23" id="23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228600" algn="l" mar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i="0" baseline="0" strike="noStrike" sz="3600" b="1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name="Shape 24" id="24"/>
          <p:cNvSpPr/>
          <p:nvPr>
            <p:ph type="body" idx="1"/>
          </p:nvPr>
        </p:nvSpPr>
        <p:spPr>
          <a:xfrm>
            <a:off y="1600200" x="457200"/>
            <a:ext cy="4967574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indent="-342900" algn="l" marL="342900" rtl="0">
              <a:spcBef>
                <a:spcPts val="600"/>
              </a:spcBef>
              <a:buClr>
                <a:schemeClr val="dk1"/>
              </a:buClr>
              <a:buSzPct val="166666"/>
              <a:buFont typeface="Arial"/>
              <a:buChar char="•"/>
              <a:defRPr i="0" baseline="0" strike="noStrike" sz="3000" b="0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algn="l" marL="742950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i="0" baseline="0" strike="noStrike" sz="2400" b="0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algn="l" marL="1143000" rtl="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i="0" baseline="0" strike="noStrike" sz="2400" b="0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algn="l" marL="1600200" rtl="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i="0" baseline="0" strike="noStrike" sz="1800" b="0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algn="l" marL="2057400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i="0" baseline="0" strike="noStrike" sz="1800" b="0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algn="l" marL="2514600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i="0" baseline="0" strike="noStrike" sz="1800" b="0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algn="l" marL="2971800" rtl="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i="0" baseline="0" strike="noStrike" sz="1800" b="0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algn="l" marL="3429000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i="0" baseline="0" strike="noStrike" sz="1800" b="0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algn="l" marL="3886200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i="0" baseline="0" strike="noStrike" sz="1800" b="0" cap="non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6="accent6" tx2="lt2" bg2="dk2" accent5="accent5" tx1="dk1" bg1="lt1" accent4="accent4" accent3="accent3" accent2="accent2" accent1="accent1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.xml"/><Relationship Type="http://schemas.openxmlformats.org/officeDocument/2006/relationships/slideLayout" Id="rId1" Target="../slideLayouts/slideLayout1.xml"/><Relationship Type="http://schemas.openxmlformats.org/officeDocument/2006/relationships/image" Id="rId3" Target="../media/image00.png"/></Relationships>
</file>

<file path=ppt/slides/_rels/slide2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2.xml"/><Relationship Type="http://schemas.openxmlformats.org/officeDocument/2006/relationships/slideLayout" Id="rId1" Target="../slideLayouts/slideLayout2.xml"/></Relationships>
</file>

<file path=ppt/slides/_rels/slide3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3.xml"/><Relationship Type="http://schemas.openxmlformats.org/officeDocument/2006/relationships/slideLayout" Id="rId1" Target="../slideLayouts/slideLayout2.xml"/></Relationships>
</file>

<file path=ppt/slides/_rels/slide4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4.xml"/><Relationship Type="http://schemas.openxmlformats.org/officeDocument/2006/relationships/slideLayout" Id="rId1" Target="../slideLayouts/slideLayout2.xml"/></Relationships>
</file>

<file path=ppt/slides/_rels/slide5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5.xml"/><Relationship Type="http://schemas.openxmlformats.org/officeDocument/2006/relationships/slideLayout" Id="rId1" Target="../slideLayouts/slideLayout2.xml"/></Relationships>
</file>

<file path=ppt/slides/_rels/slide6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6.xml"/><Relationship Type="http://schemas.openxmlformats.org/officeDocument/2006/relationships/slideLayout" Id="rId1" Target="../slideLayouts/slideLayout2.xml"/></Relationships>
</file>

<file path=ppt/slides/_rels/slide7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7.xml"/><Relationship Type="http://schemas.openxmlformats.org/officeDocument/2006/relationships/slideLayout" Id="rId1" Target="../slideLayouts/slideLayout2.xml"/></Relationships>
</file>

<file path=ppt/slides/_rels/slide8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8.xml"/><Relationship Type="http://schemas.openxmlformats.org/officeDocument/2006/relationships/slideLayout" Id="rId1" Target="../slideLayouts/slideLayout2.xml"/></Relationships>
</file>

<file path=ppt/slides/_rels/slide9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9.xml"/><Relationship Type="http://schemas.openxmlformats.org/officeDocument/2006/relationships/slideLayout" Id="rId1" Target="../slideLayouts/slideLayout2.xml"/></Relationships>
</file>

<file path=ppt/slides/_rels/slide10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0.xml"/><Relationship Type="http://schemas.openxmlformats.org/officeDocument/2006/relationships/slideLayout" Id="rId1" Target="../slideLayouts/slideLayout2.xml"/></Relationships>
</file>

<file path=ppt/slides/_rels/slide11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1.xml"/><Relationship Type="http://schemas.openxmlformats.org/officeDocument/2006/relationships/slideLayout" Id="rId1" Target="../slideLayouts/slideLayout2.xml"/></Relationships>
</file>

<file path=ppt/slides/_rels/slide12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2.xml"/><Relationship Type="http://schemas.openxmlformats.org/officeDocument/2006/relationships/slideLayout" Id="rId1" Target="../slideLayouts/slideLayout2.xml"/></Relationships>
</file>

<file path=ppt/slides/_rels/slide13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3.xml"/><Relationship Type="http://schemas.openxmlformats.org/officeDocument/2006/relationships/slideLayout" Id="rId1" Target="../slideLayouts/slideLayout2.xml"/></Relationships>
</file>

<file path=ppt/slides/_rels/slide14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4.xml"/><Relationship Type="http://schemas.openxmlformats.org/officeDocument/2006/relationships/slideLayout" Id="rId1" Target="../slideLayouts/slideLayout2.xml"/></Relationships>
</file>

<file path=ppt/slides/_rels/slide15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5.xml"/><Relationship Type="http://schemas.openxmlformats.org/officeDocument/2006/relationships/slideLayout" Id="rId1" Target="../slideLayouts/slideLayout2.xml"/></Relationships>
</file>

<file path=ppt/slides/_rels/slide16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6.xml"/><Relationship Type="http://schemas.openxmlformats.org/officeDocument/2006/relationships/slideLayout" Id="rId1" Target="../slideLayouts/slideLayout2.xml"/></Relationships>
</file>

<file path=ppt/slides/_rels/slide17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7.xml"/><Relationship Type="http://schemas.openxmlformats.org/officeDocument/2006/relationships/slideLayout" Id="rId1" Target="../slideLayouts/slideLayout2.xml"/></Relationships>
</file>

<file path=ppt/slides/_rels/slide18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8.xml"/><Relationship Type="http://schemas.openxmlformats.org/officeDocument/2006/relationships/slideLayout" Id="rId1" Target="../slideLayouts/slideLayout2.xml"/></Relationships>
</file>

<file path=ppt/slides/_rels/slide19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9.xml"/><Relationship Type="http://schemas.openxmlformats.org/officeDocument/2006/relationships/slideLayout" Id="rId1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40" id="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41" id="41"/>
          <p:cNvSpPr/>
          <p:nvPr>
            <p:ph type="ctrTitle"/>
          </p:nvPr>
        </p:nvSpPr>
        <p:spPr>
          <a:xfrm>
            <a:off y="2111123" x="685800"/>
            <a:ext cy="1546474" cx="77724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Hooking @INC</a:t>
            </a:r>
          </a:p>
        </p:txBody>
      </p:sp>
      <p:sp>
        <p:nvSpPr>
          <p:cNvPr name="Shape 42" id="42"/>
          <p:cNvSpPr/>
          <p:nvPr>
            <p:ph type="subTitle" idx="1"/>
          </p:nvPr>
        </p:nvSpPr>
        <p:spPr>
          <a:xfrm>
            <a:off y="3786737" x="685800"/>
            <a:ext cy="1046317" cx="77724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/>
              <a:t>DC-Baltimore Perl Workshop</a:t>
            </a:r>
          </a:p>
          <a:p>
            <a:pPr rtl="0" lvl="0">
              <a:buNone/>
            </a:pPr>
            <a:r>
              <a:rPr/>
              <a:t>April 14, 2012</a:t>
            </a:r>
          </a:p>
          <a:p>
            <a:pPr>
              <a:buNone/>
            </a:pPr>
            <a:r>
              <a:rPr sz="2400"/>
              <a:t>by Belden Lyman, Shutterstock Images LLC</a:t>
            </a:r>
          </a:p>
        </p:txBody>
      </p:sp>
      <p:sp>
        <p:nvSpPr>
          <p:cNvPr name="Shape 43" id="43"/>
          <p:cNvSpPr/>
          <p:nvPr/>
        </p:nvSpPr>
        <p:spPr>
          <a:xfrm>
            <a:off y="671750" x="6351812"/>
            <a:ext cy="1790700" cx="218122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47" id="4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48" id="48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/>
        </p:txBody>
      </p:sp>
      <p:sp>
        <p:nvSpPr>
          <p:cNvPr name="Shape 49" id="49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Clr>
                <a:srgbClr val="000000"/>
              </a:buClr>
              <a:buSzPct val="36666"/>
              <a:buFont typeface="Arial"/>
              <a:buNone/>
            </a:pPr>
            <a:r>
              <a:rPr/>
              <a:t>perldoc -f require</a:t>
            </a:r>
          </a:p>
          <a:p>
            <a:r>
              <a:t/>
            </a:r>
          </a:p>
          <a:p>
            <a:pPr rtl="0" lvl="0">
              <a:buClr>
                <a:srgbClr val="000000"/>
              </a:buClr>
              <a:buSzPct val="36666"/>
              <a:buFont typeface="Arial"/>
              <a:buNone/>
            </a:pPr>
            <a:r>
              <a:rPr/>
              <a:t>perldoc -f caller</a:t>
            </a:r>
          </a:p>
          <a:p>
            <a:r>
              <a:t/>
            </a:r>
          </a:p>
          <a:p>
            <a:pPr lvl="0">
              <a:buClr>
                <a:srgbClr val="000000"/>
              </a:buClr>
              <a:buSzPct val="36666"/>
              <a:buFont typeface="Arial"/>
              <a:buNone/>
            </a:pPr>
            <a:r>
              <a:rPr/>
              <a:t>perldoc perltie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53" id="5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54" id="54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What's a hook in @INC?</a:t>
            </a:r>
          </a:p>
        </p:txBody>
      </p:sp>
      <p:sp>
        <p:nvSpPr>
          <p:cNvPr name="Shape 55" id="55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6666"/>
              <a:buFont typeface="Arial"/>
              <a:buNone/>
            </a:pPr>
            <a:r>
              <a:rPr/>
              <a:t>You can also insert hooks into the import facility, by putting directly Perl code into the @INC array. There are three forms of hooks: </a:t>
            </a:r>
          </a:p>
          <a:p>
            <a:pPr indent="-298450" marR="0" algn="l" marL="45720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•"/>
            </a:pPr>
            <a:r>
              <a:rPr/>
              <a:t>subroutine references,</a:t>
            </a:r>
          </a:p>
          <a:p>
            <a:pPr indent="-298450" marR="0" algn="l" marL="45720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•"/>
            </a:pPr>
            <a:r>
              <a:rPr/>
              <a:t>array references</a:t>
            </a:r>
          </a:p>
          <a:p>
            <a:pPr indent="-298450" marR="0" algn="l" marL="45720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•"/>
            </a:pPr>
            <a:r>
              <a:rPr/>
              <a:t>and blessed objects.</a:t>
            </a:r>
          </a:p>
          <a:p>
            <a:r>
              <a:t/>
            </a:r>
          </a:p>
          <a:p>
            <a:pPr>
              <a:buNone/>
            </a:pPr>
            <a:r>
              <a:rPr sz="2400"/>
              <a:t>(That's from perldoc -f require. I pasted it into this slide though, and added the bullet points too, so please laugh, applaud, scowl, or simply stare at me now.)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59" id="5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60" id="60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Why you might want to hook @INC</a:t>
            </a:r>
          </a:p>
        </p:txBody>
      </p:sp>
      <p:sp>
        <p:nvSpPr>
          <p:cNvPr name="Shape 61" id="61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indent="-419100" marL="457200" rtl="0" lvl="0">
              <a:buClr>
                <a:srgbClr val="000000"/>
              </a:buClr>
              <a:buSzPct val="166666"/>
              <a:buFont typeface="Arial"/>
              <a:buChar char="•"/>
            </a:pPr>
            <a:r>
              <a:rPr/>
              <a:t>
</a:t>
            </a:r>
            <a:r>
              <a:rPr/>
              <a:t>playing around / collecting knowlege</a:t>
            </a:r>
          </a:p>
          <a:p>
            <a:pPr indent="-419100" marL="457200" rtl="0" lvl="0">
              <a:buClr>
                <a:srgbClr val="000000"/>
              </a:buClr>
              <a:buSzPct val="166666"/>
              <a:buFont typeface="Arial"/>
              <a:buChar char="•"/>
            </a:pPr>
            <a:r>
              <a:rPr/>
              <a:t>answer questions about a codebase</a:t>
            </a:r>
          </a:p>
          <a:p>
            <a:pPr indent="-419100" marL="457200" rtl="0" lvl="0">
              <a:buClr>
                <a:srgbClr val="000000"/>
              </a:buClr>
              <a:buSzPct val="166666"/>
              <a:buFont typeface="Arial"/>
              <a:buChar char="•"/>
            </a:pPr>
            <a:r>
              <a:rPr/>
              <a:t>answer questions about a machine</a:t>
            </a:r>
          </a:p>
          <a:p>
            <a:pPr indent="-419100" marL="457200" rtl="0" lvl="0">
              <a:buClr>
                <a:srgbClr val="000000"/>
              </a:buClr>
              <a:buSzPct val="166666"/>
              <a:buFont typeface="Arial"/>
              <a:buChar char="•"/>
            </a:pPr>
            <a:r>
              <a:rPr/>
              <a:t>generate source code</a:t>
            </a:r>
          </a:p>
          <a:p>
            <a:pPr indent="-419100" marR="0" algn="l" marL="45720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/>
              <a:t>auto-install code from CPAN</a:t>
            </a:r>
          </a:p>
          <a:p>
            <a:r>
              <a:t/>
            </a:r>
          </a:p>
          <a:p>
            <a:pPr rtl="0" lvl="0">
              <a:buNone/>
            </a:pPr>
            <a:r>
              <a:rPr sz="2400"/>
              <a:t>I've usually used it for the questions answering bits. Often that requires generating source code.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65" id="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66" id="66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Array references are weird in @INC</a:t>
            </a:r>
          </a:p>
        </p:txBody>
      </p:sp>
      <p:sp>
        <p:nvSpPr>
          <p:cNvPr name="Shape 67" id="67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my $array_ref = [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sub {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my ($me, $file_to_load) = @_;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my @params = @$me[1..$#me]; # 1..10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# ... do something interesting ...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return @stuff;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},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1..10,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];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# add $array_ref to @INC somehow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71" id="7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72" id="72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Objects are an easier way to track state</a:t>
            </a:r>
          </a:p>
        </p:txBody>
      </p:sp>
      <p:sp>
        <p:nvSpPr>
          <p:cNvPr name="Shape 73" id="73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package Snooper;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sub </a:t>
            </a:r>
            <a:r>
              <a:rPr sz="2400" b="1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Snooper::INC</a:t>
            </a:r>
            <a:r>
              <a:rPr sz="24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my ($self, $file_to_load) = @_;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# ...interesting!...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return @stuff;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}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# make a $snooper and add to @INC</a:t>
            </a:r>
          </a:p>
          <a:p>
            <a:r>
              <a:t/>
            </a:r>
          </a:p>
          <a:p>
            <a:pPr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                                  (run code)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77" id="7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78" id="78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My sweet spot is subrefs in @INC though, so let's just run with that</a:t>
            </a:r>
          </a:p>
        </p:txBody>
      </p:sp>
      <p:sp>
        <p:nvSpPr>
          <p:cNvPr name="Shape 79" id="79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my $loader = sub {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my ($me, $file_to_load) = @_;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# ...I'll fill this in soon, I promise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return @stuff;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};</a:t>
            </a:r>
          </a:p>
          <a:p>
            <a:r>
              <a:t/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# add $loader to @INC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                                      (code)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83" id="8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84" id="84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Hook 1: Everything being loaded</a:t>
            </a:r>
          </a:p>
        </p:txBody>
      </p:sp>
      <p:sp>
        <p:nvSpPr>
          <p:cNvPr name="Shape 85" id="85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package Fink;</a:t>
            </a:r>
          </a:p>
          <a:p>
            <a:r>
              <a:t/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sub import {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unshift @INC, sub {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my ($me, $file_to_load) = @_;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warn "loading: $file_to_load\n";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	return undef;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};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r>
              <a:t/>
            </a:r>
          </a:p>
          <a:p>
            <a:pPr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1;                                    (code)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89" id="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90" id="90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Hook 2: Everything being loaded, with call frames</a:t>
            </a:r>
          </a:p>
        </p:txBody>
      </p:sp>
      <p:sp>
        <p:nvSpPr>
          <p:cNvPr name="Shape 91" id="91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package Indented;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sub import {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unshift @INC, sub {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	my ($me, $file) = @_;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	my ($indent, $frames);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	while (caller($frames)) {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		$indent .= '--&gt;' if (caller($frames++))[7];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	}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	warn "$indent$file\n";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	return undef;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}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1;                                                    (code)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95" id="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96" id="96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Where you put things matters</a:t>
            </a:r>
          </a:p>
        </p:txBody>
      </p:sp>
      <p:sp>
        <p:nvSpPr>
          <p:cNvPr name="Shape 97" id="97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/>
              <a:t>Your hook in @INC only gets called when perl hasn't been able to load the requested module yet.</a:t>
            </a:r>
          </a:p>
          <a:p>
            <a:r>
              <a:t/>
            </a:r>
          </a:p>
          <a:p>
            <a:pPr rtl="0" lvl="0">
              <a:buClr>
                <a:srgbClr val="000000"/>
              </a:buClr>
              <a:buSzPct val="36666"/>
              <a:buFont typeface="Arial"/>
              <a:buNone/>
            </a:pPr>
            <a:r>
              <a:rPr/>
              <a:t>If you want to see everything that's being loaded, put a hook at the head of @INC.</a:t>
            </a:r>
          </a:p>
          <a:p>
            <a:r>
              <a:t/>
            </a:r>
          </a:p>
          <a:p>
            <a:pPr rtl="0" lvl="0">
              <a:buNone/>
            </a:pPr>
            <a:r>
              <a:rPr/>
              <a:t>If you want to find out what can't be found, put something at the tail of @INC.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01" id="10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02" id="102"/>
          <p:cNvSpPr/>
          <p:nvPr>
            <p:ph type="title"/>
          </p:nvPr>
        </p:nvSpPr>
        <p:spPr>
          <a:xfrm>
            <a:off y="305662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Immediate challenges at head of @INC</a:t>
            </a:r>
          </a:p>
        </p:txBody>
      </p:sp>
      <p:sp>
        <p:nvSpPr>
          <p:cNvPr name="Shape 103" id="103"/>
          <p:cNvSpPr/>
          <p:nvPr>
            <p:ph type="body" idx="1"/>
          </p:nvPr>
        </p:nvSpPr>
        <p:spPr>
          <a:xfrm>
            <a:off y="15240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use Fink;  # unshifts a coderef to @INC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use lib '/somewhere';       # coderef slot 2</a:t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unshift @INC, '/elsewhere'; # coderef slot 3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indent="0" marR="0" algn="l" marL="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6666"/>
              <a:buFont typeface="Arial"/>
              <a:buNone/>
            </a:pPr>
            <a:r>
              <a:rPr/>
              <a:t>You can lose your primacy.</a:t>
            </a:r>
          </a:p>
          <a:p>
            <a:r>
              <a:t/>
            </a:r>
          </a:p>
          <a:p>
            <a:r>
              <a:t/>
            </a:r>
          </a:p>
          <a:p>
            <a:pPr indent="0" marR="0" algn="l" marL="0" rtl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                                      (code)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07" id="10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08" id="108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If you're only fighting lib.pm, just fake it</a:t>
            </a:r>
          </a:p>
        </p:txBody>
      </p:sp>
      <p:sp>
        <p:nvSpPr>
          <p:cNvPr name="Shape 109" id="109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package lib;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sub import {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my ($class, @dirs) = @_;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splice @INC, 1, @dirs;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sub unimport {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my ($class, @dirs) = @_;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my %verboten = map { $_ =&gt; 1 } @dirs;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@INC = grep { ! $verboten{$_} } @INC;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r>
              <a:t/>
            </a:r>
          </a:p>
          <a:p>
            <a:pPr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1;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13" id="1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14" id="114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But you can force yourself to retain primacy</a:t>
            </a:r>
          </a:p>
        </p:txBody>
      </p:sp>
      <p:sp>
        <p:nvSpPr>
          <p:cNvPr name="Shape 115" id="115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/>
              <a:t>Just tie @INC to some class that intercepts unshifts and assignments.</a:t>
            </a:r>
          </a:p>
          <a:p>
            <a:r>
              <a:t/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package KingOfTheINC;</a:t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sub import {</a:t>
            </a:r>
          </a:p>
          <a:p>
            <a:pPr indent="457200"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tie @INC, 'ForceToHead', \&amp;tracker;</a:t>
            </a:r>
          </a:p>
          <a:p>
            <a:pPr indent="0" marL="0"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indent="0" mar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1;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19" id="1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20" id="120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Forcing yourself to the end is easier</a:t>
            </a:r>
          </a:p>
        </p:txBody>
      </p:sp>
      <p:sp>
        <p:nvSpPr>
          <p:cNvPr name="Shape 121" id="121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package AlwaysAtTail;</a:t>
            </a:r>
          </a:p>
          <a:p>
            <a:r>
              <a:t/>
            </a:r>
          </a:p>
          <a:p>
            <a:pPr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sub import {</a:t>
            </a:r>
          </a:p>
          <a:p>
            <a:pPr indent="0" marL="457200"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push @INC, sub {</a:t>
            </a:r>
          </a:p>
          <a:p>
            <a:pPr indent="0" marR="0" algn="l" marL="45720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my ($me, $file) = @_;</a:t>
            </a:r>
          </a:p>
          <a:p>
            <a:pPr indent="0" marR="0" algn="l" marL="45720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@INC = grep { "$_" ne "$me" } @INC;</a:t>
            </a:r>
          </a:p>
          <a:p>
            <a:pPr indent="0" marR="0" algn="l" marL="45720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push @INC, $me;</a:t>
            </a:r>
          </a:p>
          <a:p>
            <a:pPr indent="0" marR="0" algn="l" marL="45720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	warn "failed to load $file, kaboom!\n";</a:t>
            </a:r>
          </a:p>
          <a:p>
            <a:pPr indent="0" marR="0" algn="l" marL="457200" rtl="0"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indent="0" marL="0" rtl="0" lvl="0">
              <a:buNone/>
            </a:pPr>
            <a:r>
              <a:rPr sz="2400">
                <a:latin typeface="Courier New"/>
                <a:ea typeface="Courier New"/>
                <a:cs typeface="Courier New"/>
                <a:sym typeface="Courier New"/>
              </a:rPr>
              <a:t>}                                     (code)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25" id="12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26" id="126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But why say "kaboom" when you can call it a win</a:t>
            </a:r>
          </a:p>
        </p:txBody>
      </p:sp>
      <p:sp>
        <p:nvSpPr>
          <p:cNvPr name="Shape 127" id="127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package GenerateCode;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sub import {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push @INC, sub {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my ($me, $file) = @_;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(my $module = $file) =~ s{/}{::}g;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$module =~ s{\.pm}{};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my @fake = ("package $module;\n","1\n");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return sub {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	$_ = shift @fake;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	return defined $_ ? 1 : 0;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	};</a:t>
            </a:r>
          </a:p>
          <a:p>
            <a:pPr indent="0" marL="457200"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};</a:t>
            </a:r>
          </a:p>
          <a:p>
            <a:pPr rtl="0" lvl="0"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>
              <a:buNone/>
            </a:pPr>
            <a:r>
              <a:rPr sz="1800">
                <a:latin typeface="Courier New"/>
                <a:ea typeface="Courier New"/>
                <a:cs typeface="Courier New"/>
                <a:sym typeface="Courier New"/>
              </a:rPr>
              <a:t>1;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31" id="1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32" id="132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We haven't seen the whole picture yet</a:t>
            </a:r>
          </a:p>
        </p:txBody>
      </p:sp>
      <p:sp>
        <p:nvSpPr>
          <p:cNvPr name="Shape 133" id="133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/>
              <a:t>You already know that when a module gets loaded, it gets an entry in %INC, which allows perl not to try to reload something that's already loaded.</a:t>
            </a:r>
          </a:p>
          <a:p>
            <a:r>
              <a:t/>
            </a:r>
          </a:p>
          <a:p>
            <a:pPr>
              <a:buNone/>
            </a:pPr>
            <a:r>
              <a:rPr/>
              <a:t>This means that the Fink pattern for knowing who is loading what is flawed.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37" id="13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38" id="138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We need to act as a source filter instead</a:t>
            </a:r>
          </a:p>
        </p:txBody>
      </p:sp>
      <p:sp>
        <p:nvSpPr>
          <p:cNvPr name="Shape 139" id="139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/>
              <a:t>package Peeker;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>
              <a:buNone/>
            </a:pPr>
            <a:r>
              <a:rPr/>
              <a:t>(look at code)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43" id="1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44" id="144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Recap:</a:t>
            </a:r>
          </a:p>
        </p:txBody>
      </p:sp>
      <p:sp>
        <p:nvSpPr>
          <p:cNvPr name="Shape 145" id="145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indent="-419100" marL="457200" rtl="0" lvl="0">
              <a:buClr>
                <a:srgbClr val="000000"/>
              </a:buClr>
              <a:buSzPct val="166666"/>
              <a:buFont typeface="Arial"/>
              <a:buChar char="•"/>
            </a:pPr>
            <a:r>
              <a:rPr/>
              <a:t>Gotchas</a:t>
            </a:r>
          </a:p>
          <a:p>
            <a:pPr indent="-381000" marL="914400" rtl="0" lvl="1">
              <a:buClr>
                <a:srgbClr val="000000"/>
              </a:buClr>
              <a:buSzPct val="80000"/>
              <a:buFont typeface="Courier New"/>
              <a:buChar char="o"/>
            </a:pPr>
            <a:r>
              <a:rPr/>
              <a:t>Maintaining primacy is hard (lib.pm; mutable old @INC)</a:t>
            </a:r>
          </a:p>
          <a:p>
            <a:pPr indent="-381000" marL="914400" rtl="0" lvl="1">
              <a:buClr>
                <a:srgbClr val="000000"/>
              </a:buClr>
              <a:buSzPct val="80000"/>
              <a:buFont typeface="Courier New"/>
              <a:buChar char="o"/>
            </a:pPr>
            <a:r>
              <a:rPr/>
              <a:t>use just happens once</a:t>
            </a:r>
          </a:p>
          <a:p>
            <a:r>
              <a:t/>
            </a:r>
          </a:p>
          <a:p>
            <a:pPr indent="-419100" marL="457200" rtl="0" lvl="0">
              <a:buClr>
                <a:srgbClr val="000000"/>
              </a:buClr>
              <a:buSzPct val="166666"/>
              <a:buFont typeface="Arial"/>
              <a:buChar char="•"/>
            </a:pPr>
            <a:r>
              <a:rPr/>
              <a:t>Solutions exist but get increasingly weird</a:t>
            </a:r>
          </a:p>
          <a:p>
            <a:pPr indent="-381000" marR="0" algn="l" marL="914400" rtl="0" lvl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/>
              <a:buChar char="o"/>
            </a:pPr>
            <a:r>
              <a:rPr/>
              <a:t>So if I forgot to say it yet, this isn't for production</a:t>
            </a:r>
          </a:p>
          <a:p>
            <a:r>
              <a:t/>
            </a:r>
          </a:p>
          <a:p>
            <a:pPr indent="-419100" marR="0" algn="l" marL="457200" rtl="0" lv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/>
              <a:t>You've seen how to write detectives, generators, and filters</a:t>
            </a:r>
          </a:p>
          <a:p>
            <a:pPr indent="-381000" marL="914400" rtl="0" lvl="1">
              <a:buClr>
                <a:srgbClr val="000000"/>
              </a:buClr>
              <a:buSzPct val="80000"/>
              <a:buFont typeface="Courier New"/>
              <a:buChar char="o"/>
            </a:pPr>
            <a:r>
              <a:rPr/>
              <a:t>Now go kick ass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49" id="1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50" id="150"/>
          <p:cNvSpPr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/>
              <a:t>Thanks for listening</a:t>
            </a:r>
          </a:p>
        </p:txBody>
      </p:sp>
      <p:sp>
        <p:nvSpPr>
          <p:cNvPr name="Shape 151" id="151"/>
          <p:cNvSpPr/>
          <p:nvPr>
            <p:ph type="body" idx="1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/>
              <a:t>
</a:t>
            </a:r>
            <a:r>
              <a:rPr/>
              <a:t>Belden Lyman</a:t>
            </a:r>
          </a:p>
          <a:p>
            <a:r>
              <a:t/>
            </a:r>
          </a:p>
          <a:p>
            <a:pPr rtl="0" lvl="0">
              <a:buNone/>
            </a:pPr>
            <a:r>
              <a:rPr sz="2400"/>
              <a:t>belden@cpan.org</a:t>
            </a:r>
          </a:p>
          <a:p>
            <a:pPr rtl="0" lvl="0">
              <a:buNone/>
            </a:pPr>
            <a:r>
              <a:rPr sz="2400"/>
              <a:t>twitter.com/belden</a:t>
            </a:r>
          </a:p>
          <a:p>
            <a:pPr rtl="0" lvl="0">
              <a:buNone/>
            </a:pPr>
            <a:r>
              <a:rPr sz="2400"/>
              <a:t>github.com/belden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2400"/>
              <a:t>ps - Shutterstock is hiring. Check us out.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scaled="1" ang="1620000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scaled="0" ang="1620000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dist="20000" blurRad="4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  <a:scene3d>
            <a:camera prst="orthographicFront">
              <a:rot rev="0" lat="0" lon="0"/>
            </a:camera>
            <a:lightRig rig="threePt" dir="t">
              <a:rot rev="1200000" lat="0" lon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t="-80000" r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t="50000" r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scaled="1" ang="1620000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scaled="0" ang="1620000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dist="20000" blurRad="4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  <a:scene3d>
            <a:camera prst="orthographicFront">
              <a:rot rev="0" lat="0" lon="0"/>
            </a:camera>
            <a:lightRig rig="threePt" dir="t">
              <a:rot rev="1200000" lat="0" lon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t="-80000" r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t="50000" r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scaled="1" ang="1620000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scaled="0" ang="1620000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dist="20000" blurRad="4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  <a:scene3d>
            <a:camera prst="orthographicFront">
              <a:rot rev="0" lat="0" lon="0"/>
            </a:camera>
            <a:lightRig rig="threePt" dir="t">
              <a:rot rev="1200000" lat="0" lon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t="-80000" r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t="50000" r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scaled="1" ang="1620000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scaled="0" ang="1620000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dist="20000" blurRad="4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  <a:scene3d>
            <a:camera prst="orthographicFront">
              <a:rot rev="0" lat="0" lon="0"/>
            </a:camera>
            <a:lightRig rig="threePt" dir="t">
              <a:rot rev="1200000" lat="0" lon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t="-80000" r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t="50000" r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